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15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吳政瑋 Cheng-Wei Wu" userId="53965b3dbf704e9f" providerId="LiveId" clId="{8679217D-5462-4CBA-AE32-F0A0A494BAD8}"/>
    <pc:docChg chg="modSld">
      <pc:chgData name="吳政瑋 Cheng-Wei Wu" userId="53965b3dbf704e9f" providerId="LiveId" clId="{8679217D-5462-4CBA-AE32-F0A0A494BAD8}" dt="2025-12-20T10:17:51.367" v="18" actId="20577"/>
      <pc:docMkLst>
        <pc:docMk/>
      </pc:docMkLst>
      <pc:sldChg chg="modSp mod">
        <pc:chgData name="吳政瑋 Cheng-Wei Wu" userId="53965b3dbf704e9f" providerId="LiveId" clId="{8679217D-5462-4CBA-AE32-F0A0A494BAD8}" dt="2025-12-20T10:17:51.367" v="18" actId="20577"/>
        <pc:sldMkLst>
          <pc:docMk/>
          <pc:sldMk cId="2002804066" sldId="257"/>
        </pc:sldMkLst>
        <pc:spChg chg="mod">
          <ac:chgData name="吳政瑋 Cheng-Wei Wu" userId="53965b3dbf704e9f" providerId="LiveId" clId="{8679217D-5462-4CBA-AE32-F0A0A494BAD8}" dt="2025-12-20T10:17:44.269" v="1" actId="20577"/>
          <ac:spMkLst>
            <pc:docMk/>
            <pc:sldMk cId="2002804066" sldId="257"/>
            <ac:spMk id="2" creationId="{25948060-3218-3F63-6C74-FE57966BB10F}"/>
          </ac:spMkLst>
        </pc:spChg>
        <pc:spChg chg="mod">
          <ac:chgData name="吳政瑋 Cheng-Wei Wu" userId="53965b3dbf704e9f" providerId="LiveId" clId="{8679217D-5462-4CBA-AE32-F0A0A494BAD8}" dt="2025-12-20T10:17:51.367" v="18" actId="20577"/>
          <ac:spMkLst>
            <pc:docMk/>
            <pc:sldMk cId="2002804066" sldId="257"/>
            <ac:spMk id="3" creationId="{DFC68782-9F6A-51FC-20D6-15700B379C1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ADA875-012C-1248-4761-28D0C5FA35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074CA74-8447-4532-3BF7-F08F65719F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E8911E6-DE5A-4E3C-0F81-E25251A72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047669-2568-3F7B-0342-C9DF74498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55CA753-DEE6-260B-7A69-760262833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8789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583F82-BBB4-5AAD-2547-6F7C2CA56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7AD8DD-70DD-E5E0-836A-B32B37E8F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F060703-A9FE-0C2C-ED83-7AD0F6759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D6759E-EFD4-ED58-629A-E784EF60F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652C3B-0A35-96DE-6A3C-416E2F31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5012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D8B642-7C4A-97E3-D735-2DBE25821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0E64676-1C69-580A-F2FB-E699AAB4A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569C4AA-444A-C055-1DFA-783853A1C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F7DCF44-6A1E-E544-3A42-D7955717C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4C849F-4FBD-C3CF-C6FF-DF4CEF29C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673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0274BE-12D0-90A4-1EF7-99A8B6C14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B1956D-AE76-57EE-D6EF-98E8CC2F9D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8897C34-6E99-FEAD-F67F-8EB0B859E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162FB96-A055-E774-C85F-C5482C8FF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6CA68C7-6508-AD7D-D904-B8151F7AA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35C588-576B-92FD-5C9E-5F0006C76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5805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100E72-5517-BFBB-ACB7-9FECF3A7E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88EBAA6-DFD8-CA99-5947-5EAE59217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677C52E-EF54-8608-0453-A21535BE4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879E65B-3010-7A54-B927-8AB8B96DEA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C23CF0B-9A37-679E-CC87-37FC680147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7A2E1E6-B4BF-A6BF-CD62-CAE4AF372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B4C2318-2364-DB87-2EE9-167D65A6B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9B9FFC7-04B5-1775-9EE8-D8A217E87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2551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0BE39E-10E8-0691-214D-4402316AE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56D287F-4F7B-11CA-E32E-63C54083D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68AD038-2355-8526-A11A-34DD8209B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8172D8F-39AB-61EA-5BDF-BACC9C9A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8620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3B88C71-5751-CB3E-D5F7-51F66FB78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04E5842-54A0-CA2A-3D59-502C9E057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C0D32B-4D67-0EB5-E930-964D3B5A0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2164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E3CD36-AC0B-83ED-8CFD-931E72654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1E3A8C-0F14-A628-83CA-1721146A9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E593DC5-1768-A7B9-067C-7B3F64D09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18171EA-B25A-5AFA-49F2-B55B871D9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8302E0E-845F-6421-988B-A2CF6055B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F40BFEB-91C8-5EF9-8D4D-4BBA284CE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3554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1B45A3-00E1-348B-B01E-EE84A9FB2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58A5FB1-05E5-2783-05F9-A890E7C845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45B3DF2-7AA4-891C-0BB3-F334B1511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3E0D6EC-7884-16A5-8E98-852191E0B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816D798-65D0-7FBE-1165-89978022F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97BF6C5-91DE-DDEA-4FF4-346510276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5172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F3D89B-6F49-CED0-316D-84182328E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35EB65B-3E30-4081-089A-76E5E9FCD0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B48A0FA-A0BB-A7B7-922A-D0D5F23B5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032028-A0CB-4A6F-3CA7-F09445404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D727FCA-86C9-578E-0085-890C0A501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229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CFC9BAB-8C41-458A-F3D0-0C89507A2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CE407ED-EE7E-2E2A-2B26-2E0FD9F556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807234-663B-84AB-B63A-55AF33FE9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FF6AA8-AD6B-3F02-B9B1-85D5DA9A6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A5C0D10-1183-64F8-E698-BFFAD4BE8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1206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5885C02-DE88-B703-3F97-120EF88A5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87DE766-65B3-2546-DAD7-E0EA12962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7A05CB8-8106-BC0D-A48C-A2C51C0520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9EB348-220C-6E88-5C30-E8A8D2908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ABBA98-1C1D-1464-A3CC-49CA3A5F1A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0675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948060-3218-3F63-6C74-FE57966BB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</a:t>
            </a:r>
            <a:r>
              <a:rPr lang="zh-TW" altLang="en-US" dirty="0"/>
              <a:t> </a:t>
            </a:r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C68782-9F6A-51FC-20D6-15700B379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13299" cy="4351338"/>
          </a:xfrm>
        </p:spPr>
        <p:txBody>
          <a:bodyPr/>
          <a:lstStyle/>
          <a:p>
            <a:r>
              <a:rPr lang="zh-TW" altLang="en-US" dirty="0"/>
              <a:t>使用 </a:t>
            </a:r>
            <a:r>
              <a:rPr lang="en-US" altLang="zh-TW" dirty="0"/>
              <a:t>complete linkage </a:t>
            </a:r>
            <a:r>
              <a:rPr lang="zh-TW" altLang="en-US" dirty="0"/>
              <a:t>方法對該資料庫進行分群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分群數量為</a:t>
            </a:r>
            <a:r>
              <a:rPr lang="en-US" altLang="zh-TW" dirty="0"/>
              <a:t>2</a:t>
            </a:r>
          </a:p>
          <a:p>
            <a:endParaRPr lang="en-US" altLang="zh-TW" dirty="0"/>
          </a:p>
          <a:p>
            <a:r>
              <a:rPr lang="zh-TW" altLang="en-US" dirty="0"/>
              <a:t>請用紙筆或投影片方式寫出計算過程並解釋。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85E9B39-EF4E-B462-6203-645ED9CA9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788" y="1093066"/>
            <a:ext cx="4613300" cy="539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804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</Words>
  <Application>Microsoft Office PowerPoint</Application>
  <PresentationFormat>寬螢幕</PresentationFormat>
  <Paragraphs>6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佈景主題</vt:lpstr>
      <vt:lpstr>Homework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吳政瑋 Cheng-Wei Wu</dc:creator>
  <cp:lastModifiedBy>吳政瑋 Cheng-Wei Wu</cp:lastModifiedBy>
  <cp:revision>3</cp:revision>
  <dcterms:created xsi:type="dcterms:W3CDTF">2024-12-06T08:44:16Z</dcterms:created>
  <dcterms:modified xsi:type="dcterms:W3CDTF">2025-12-20T10:18:00Z</dcterms:modified>
</cp:coreProperties>
</file>