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DA875-012C-1248-4761-28D0C5FA3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4CA74-8447-4532-3BF7-F08F65719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8911E6-DE5A-4E3C-0F81-E25251A7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047669-2568-3F7B-0342-C9DF7449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5CA753-DEE6-260B-7A69-76026283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78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83F82-BBB4-5AAD-2547-6F7C2CA5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7AD8DD-70DD-E5E0-836A-B32B37E8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060703-A9FE-0C2C-ED83-7AD0F675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D6759E-EFD4-ED58-629A-E784EF60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52C3B-0A35-96DE-6A3C-416E2F31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01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8B642-7C4A-97E3-D735-2DBE2582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E64676-1C69-580A-F2FB-E699AAB4A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69C4AA-444A-C055-1DFA-783853A1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7DCF44-6A1E-E544-3A42-D7955717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4C849F-4FBD-C3CF-C6FF-DF4CEF29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7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0274BE-12D0-90A4-1EF7-99A8B6C1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B1956D-AE76-57EE-D6EF-98E8CC2F9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897C34-6E99-FEAD-F67F-8EB0B859E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62FB96-A055-E774-C85F-C5482C8F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CA68C7-6508-AD7D-D904-B8151F7A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35C588-576B-92FD-5C9E-5F0006C7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580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00E72-5517-BFBB-ACB7-9FECF3A7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8EBAA6-DFD8-CA99-5947-5EAE59217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77C52E-EF54-8608-0453-A21535BE4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79E65B-3010-7A54-B927-8AB8B96DE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C23CF0B-9A37-679E-CC87-37FC68014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7A2E1E6-B4BF-A6BF-CD62-CAE4AF37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4C2318-2364-DB87-2EE9-167D65A6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9B9FFC7-04B5-1775-9EE8-D8A217E8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55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BE39E-10E8-0691-214D-4402316A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56D287F-4F7B-11CA-E32E-63C54083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8AD038-2355-8526-A11A-34DD8209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172D8F-39AB-61EA-5BDF-BACC9C9A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62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B88C71-5751-CB3E-D5F7-51F66FB7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4E5842-54A0-CA2A-3D59-502C9E05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C0D32B-4D67-0EB5-E930-964D3B5A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16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3CD36-AC0B-83ED-8CFD-931E7265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E3A8C-0F14-A628-83CA-1721146A9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593DC5-1768-A7B9-067C-7B3F64D09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8171EA-B25A-5AFA-49F2-B55B871D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302E0E-845F-6421-988B-A2CF6055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40BFEB-91C8-5EF9-8D4D-4BBA284C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55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B45A3-00E1-348B-B01E-EE84A9FB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58A5FB1-05E5-2783-05F9-A890E7C84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5B3DF2-7AA4-891C-0BB3-F334B1511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E0D6EC-7884-16A5-8E98-852191E0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16D798-65D0-7FBE-1165-89978022F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7BF6C5-91DE-DDEA-4FF4-34651027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17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3D89B-6F49-CED0-316D-84182328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5EB65B-3E30-4081-089A-76E5E9FCD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48A0FA-A0BB-A7B7-922A-D0D5F23B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032028-A0CB-4A6F-3CA7-F0944540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727FCA-86C9-578E-0085-890C0A50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29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CFC9BAB-8C41-458A-F3D0-0C89507A2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E407ED-EE7E-2E2A-2B26-2E0FD9F55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07234-663B-84AB-B63A-55AF33FE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FF6AA8-AD6B-3F02-B9B1-85D5DA9A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5C0D10-1183-64F8-E698-BFFAD4BE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20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5885C02-DE88-B703-3F97-120EF88A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7DE766-65B3-2546-DAD7-E0EA12962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A05CB8-8106-BC0D-A48C-A2C51C052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EB348-220C-6E88-5C30-E8A8D2908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ABBA98-1C1D-1464-A3CC-49CA3A5F1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67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948060-3218-3F63-6C74-FE57966BB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C68782-9F6A-51FC-20D6-15700B379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13299" cy="4351338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single linkage </a:t>
            </a:r>
            <a:r>
              <a:rPr lang="zh-TW" altLang="en-US" dirty="0"/>
              <a:t>方法對該資料庫進行分群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分群數量為</a:t>
            </a:r>
            <a:r>
              <a:rPr lang="en-US" altLang="zh-TW" dirty="0"/>
              <a:t>2</a:t>
            </a:r>
          </a:p>
          <a:p>
            <a:endParaRPr lang="en-US" altLang="zh-TW" dirty="0"/>
          </a:p>
          <a:p>
            <a:r>
              <a:rPr lang="zh-TW" altLang="en-US" dirty="0"/>
              <a:t>請用紙筆或投影片方式寫出計算過程並解釋。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85E9B39-EF4E-B462-6203-645ED9CA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788" y="1093066"/>
            <a:ext cx="4613300" cy="539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0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Office PowerPoint</Application>
  <PresentationFormat>寬螢幕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Homework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吳政瑋 Cheng-Wei Wu</dc:creator>
  <cp:lastModifiedBy>吳政瑋 Cheng-Wei Wu</cp:lastModifiedBy>
  <cp:revision>3</cp:revision>
  <dcterms:created xsi:type="dcterms:W3CDTF">2024-12-06T08:44:16Z</dcterms:created>
  <dcterms:modified xsi:type="dcterms:W3CDTF">2025-12-20T10:13:39Z</dcterms:modified>
</cp:coreProperties>
</file>