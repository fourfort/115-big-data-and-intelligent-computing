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62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320A84-8009-4EAA-A1DD-2D5F471FC2BA}" v="4" dt="2025-12-20T10:59:18.102"/>
    <p1510:client id="{7D37C868-A1D8-4265-82D0-9CA118595D9B}" v="1" dt="2025-12-20T10:20:40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吳政瑋 Cheng-Wei Wu" userId="53965b3dbf704e9f" providerId="LiveId" clId="{8679217D-5462-4CBA-AE32-F0A0A494BAD8}"/>
    <pc:docChg chg="undo custSel addSld delSld modSld">
      <pc:chgData name="吳政瑋 Cheng-Wei Wu" userId="53965b3dbf704e9f" providerId="LiveId" clId="{8679217D-5462-4CBA-AE32-F0A0A494BAD8}" dt="2025-12-20T11:01:06.583" v="1525" actId="47"/>
      <pc:docMkLst>
        <pc:docMk/>
      </pc:docMkLst>
      <pc:sldChg chg="delSp modSp del mod">
        <pc:chgData name="吳政瑋 Cheng-Wei Wu" userId="53965b3dbf704e9f" providerId="LiveId" clId="{8679217D-5462-4CBA-AE32-F0A0A494BAD8}" dt="2025-12-20T10:20:42.989" v="5" actId="47"/>
        <pc:sldMkLst>
          <pc:docMk/>
          <pc:sldMk cId="2002804066" sldId="257"/>
        </pc:sldMkLst>
        <pc:spChg chg="mod">
          <ac:chgData name="吳政瑋 Cheng-Wei Wu" userId="53965b3dbf704e9f" providerId="LiveId" clId="{8679217D-5462-4CBA-AE32-F0A0A494BAD8}" dt="2025-12-20T10:20:31.090" v="0" actId="20577"/>
          <ac:spMkLst>
            <pc:docMk/>
            <pc:sldMk cId="2002804066" sldId="257"/>
            <ac:spMk id="2" creationId="{25948060-3218-3F63-6C74-FE57966BB10F}"/>
          </ac:spMkLst>
        </pc:spChg>
        <pc:spChg chg="mod">
          <ac:chgData name="吳政瑋 Cheng-Wei Wu" userId="53965b3dbf704e9f" providerId="LiveId" clId="{8679217D-5462-4CBA-AE32-F0A0A494BAD8}" dt="2025-12-20T10:20:35.581" v="2" actId="6549"/>
          <ac:spMkLst>
            <pc:docMk/>
            <pc:sldMk cId="2002804066" sldId="257"/>
            <ac:spMk id="3" creationId="{DFC68782-9F6A-51FC-20D6-15700B379C17}"/>
          </ac:spMkLst>
        </pc:spChg>
        <pc:picChg chg="del">
          <ac:chgData name="吳政瑋 Cheng-Wei Wu" userId="53965b3dbf704e9f" providerId="LiveId" clId="{8679217D-5462-4CBA-AE32-F0A0A494BAD8}" dt="2025-12-20T10:20:33.566" v="1" actId="478"/>
          <ac:picMkLst>
            <pc:docMk/>
            <pc:sldMk cId="2002804066" sldId="257"/>
            <ac:picMk id="5" creationId="{785E9B39-EF4E-B462-6203-645ED9CA9BF9}"/>
          </ac:picMkLst>
        </pc:picChg>
      </pc:sldChg>
      <pc:sldChg chg="modSp new mod">
        <pc:chgData name="吳政瑋 Cheng-Wei Wu" userId="53965b3dbf704e9f" providerId="LiveId" clId="{8679217D-5462-4CBA-AE32-F0A0A494BAD8}" dt="2025-12-20T11:00:21.966" v="1448" actId="20577"/>
        <pc:sldMkLst>
          <pc:docMk/>
          <pc:sldMk cId="2564904495" sldId="258"/>
        </pc:sldMkLst>
        <pc:spChg chg="mod">
          <ac:chgData name="吳政瑋 Cheng-Wei Wu" userId="53965b3dbf704e9f" providerId="LiveId" clId="{8679217D-5462-4CBA-AE32-F0A0A494BAD8}" dt="2025-12-20T10:59:11.553" v="1286" actId="20577"/>
          <ac:spMkLst>
            <pc:docMk/>
            <pc:sldMk cId="2564904495" sldId="258"/>
            <ac:spMk id="2" creationId="{A7508763-CEAD-91D4-3698-3C34364791E4}"/>
          </ac:spMkLst>
        </pc:spChg>
        <pc:spChg chg="mod">
          <ac:chgData name="吳政瑋 Cheng-Wei Wu" userId="53965b3dbf704e9f" providerId="LiveId" clId="{8679217D-5462-4CBA-AE32-F0A0A494BAD8}" dt="2025-12-20T11:00:21.966" v="1448" actId="20577"/>
          <ac:spMkLst>
            <pc:docMk/>
            <pc:sldMk cId="2564904495" sldId="258"/>
            <ac:spMk id="3" creationId="{F752AFA7-5BD4-849A-BBEB-2F130B72626A}"/>
          </ac:spMkLst>
        </pc:spChg>
      </pc:sldChg>
      <pc:sldChg chg="new del">
        <pc:chgData name="吳政瑋 Cheng-Wei Wu" userId="53965b3dbf704e9f" providerId="LiveId" clId="{8679217D-5462-4CBA-AE32-F0A0A494BAD8}" dt="2025-12-20T10:56:43.467" v="1028" actId="47"/>
        <pc:sldMkLst>
          <pc:docMk/>
          <pc:sldMk cId="990727839" sldId="259"/>
        </pc:sldMkLst>
      </pc:sldChg>
      <pc:sldChg chg="modSp add mod">
        <pc:chgData name="吳政瑋 Cheng-Wei Wu" userId="53965b3dbf704e9f" providerId="LiveId" clId="{8679217D-5462-4CBA-AE32-F0A0A494BAD8}" dt="2025-12-20T10:59:01.606" v="1272" actId="207"/>
        <pc:sldMkLst>
          <pc:docMk/>
          <pc:sldMk cId="654843183" sldId="260"/>
        </pc:sldMkLst>
        <pc:spChg chg="mod">
          <ac:chgData name="吳政瑋 Cheng-Wei Wu" userId="53965b3dbf704e9f" providerId="LiveId" clId="{8679217D-5462-4CBA-AE32-F0A0A494BAD8}" dt="2025-12-20T10:56:50.892" v="1033" actId="20577"/>
          <ac:spMkLst>
            <pc:docMk/>
            <pc:sldMk cId="654843183" sldId="260"/>
            <ac:spMk id="2" creationId="{C4A84920-CC97-8848-EE64-BF91EA8B872D}"/>
          </ac:spMkLst>
        </pc:spChg>
        <pc:spChg chg="mod">
          <ac:chgData name="吳政瑋 Cheng-Wei Wu" userId="53965b3dbf704e9f" providerId="LiveId" clId="{8679217D-5462-4CBA-AE32-F0A0A494BAD8}" dt="2025-12-20T10:59:01.606" v="1272" actId="207"/>
          <ac:spMkLst>
            <pc:docMk/>
            <pc:sldMk cId="654843183" sldId="260"/>
            <ac:spMk id="3" creationId="{C062C7AB-E444-4B34-07F3-F0D072DFF633}"/>
          </ac:spMkLst>
        </pc:spChg>
      </pc:sldChg>
      <pc:sldChg chg="new del">
        <pc:chgData name="吳政瑋 Cheng-Wei Wu" userId="53965b3dbf704e9f" providerId="LiveId" clId="{8679217D-5462-4CBA-AE32-F0A0A494BAD8}" dt="2025-12-20T11:01:06.583" v="1525" actId="47"/>
        <pc:sldMkLst>
          <pc:docMk/>
          <pc:sldMk cId="1319543584" sldId="261"/>
        </pc:sldMkLst>
      </pc:sldChg>
      <pc:sldChg chg="modSp add mod">
        <pc:chgData name="吳政瑋 Cheng-Wei Wu" userId="53965b3dbf704e9f" providerId="LiveId" clId="{8679217D-5462-4CBA-AE32-F0A0A494BAD8}" dt="2025-12-20T11:01:04.542" v="1524" actId="20577"/>
        <pc:sldMkLst>
          <pc:docMk/>
          <pc:sldMk cId="889238861" sldId="262"/>
        </pc:sldMkLst>
        <pc:spChg chg="mod">
          <ac:chgData name="吳政瑋 Cheng-Wei Wu" userId="53965b3dbf704e9f" providerId="LiveId" clId="{8679217D-5462-4CBA-AE32-F0A0A494BAD8}" dt="2025-12-20T10:59:23.166" v="1290" actId="20577"/>
          <ac:spMkLst>
            <pc:docMk/>
            <pc:sldMk cId="889238861" sldId="262"/>
            <ac:spMk id="2" creationId="{99577E3D-D1F1-70B1-8EFB-85CB8426A33D}"/>
          </ac:spMkLst>
        </pc:spChg>
        <pc:spChg chg="mod">
          <ac:chgData name="吳政瑋 Cheng-Wei Wu" userId="53965b3dbf704e9f" providerId="LiveId" clId="{8679217D-5462-4CBA-AE32-F0A0A494BAD8}" dt="2025-12-20T11:01:04.542" v="1524" actId="20577"/>
          <ac:spMkLst>
            <pc:docMk/>
            <pc:sldMk cId="889238861" sldId="262"/>
            <ac:spMk id="3" creationId="{B87CAA34-76DD-1F2B-5F65-B0E4E570AA7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ADA875-012C-1248-4761-28D0C5FA3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4CA74-8447-4532-3BF7-F08F65719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8911E6-DE5A-4E3C-0F81-E25251A72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047669-2568-3F7B-0342-C9DF7449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5CA753-DEE6-260B-7A69-76026283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878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583F82-BBB4-5AAD-2547-6F7C2CA56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7AD8DD-70DD-E5E0-836A-B32B37E8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060703-A9FE-0C2C-ED83-7AD0F6759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D6759E-EFD4-ED58-629A-E784EF60F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652C3B-0A35-96DE-6A3C-416E2F31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501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D8B642-7C4A-97E3-D735-2DBE25821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E64676-1C69-580A-F2FB-E699AAB4A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69C4AA-444A-C055-1DFA-783853A1C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7DCF44-6A1E-E544-3A42-D7955717C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4C849F-4FBD-C3CF-C6FF-DF4CEF29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73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0274BE-12D0-90A4-1EF7-99A8B6C14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B1956D-AE76-57EE-D6EF-98E8CC2F9D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8897C34-6E99-FEAD-F67F-8EB0B859E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62FB96-A055-E774-C85F-C5482C8F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CA68C7-6508-AD7D-D904-B8151F7A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35C588-576B-92FD-5C9E-5F0006C7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580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100E72-5517-BFBB-ACB7-9FECF3A7E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8EBAA6-DFD8-CA99-5947-5EAE59217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677C52E-EF54-8608-0453-A21535BE4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879E65B-3010-7A54-B927-8AB8B96DE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C23CF0B-9A37-679E-CC87-37FC680147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7A2E1E6-B4BF-A6BF-CD62-CAE4AF37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B4C2318-2364-DB87-2EE9-167D65A6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9B9FFC7-04B5-1775-9EE8-D8A217E8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2551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0BE39E-10E8-0691-214D-4402316A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56D287F-4F7B-11CA-E32E-63C54083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68AD038-2355-8526-A11A-34DD8209B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8172D8F-39AB-61EA-5BDF-BACC9C9A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62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3B88C71-5751-CB3E-D5F7-51F66FB78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04E5842-54A0-CA2A-3D59-502C9E05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C0D32B-4D67-0EB5-E930-964D3B5A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164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E3CD36-AC0B-83ED-8CFD-931E72654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1E3A8C-0F14-A628-83CA-1721146A9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593DC5-1768-A7B9-067C-7B3F64D09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8171EA-B25A-5AFA-49F2-B55B871D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8302E0E-845F-6421-988B-A2CF6055B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40BFEB-91C8-5EF9-8D4D-4BBA284C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355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B45A3-00E1-348B-B01E-EE84A9FB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58A5FB1-05E5-2783-05F9-A890E7C845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45B3DF2-7AA4-891C-0BB3-F334B1511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E0D6EC-7884-16A5-8E98-852191E0B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16D798-65D0-7FBE-1165-89978022F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97BF6C5-91DE-DDEA-4FF4-346510276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517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F3D89B-6F49-CED0-316D-84182328E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35EB65B-3E30-4081-089A-76E5E9FCD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48A0FA-A0BB-A7B7-922A-D0D5F23B5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032028-A0CB-4A6F-3CA7-F09445404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727FCA-86C9-578E-0085-890C0A50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29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CFC9BAB-8C41-458A-F3D0-0C89507A2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CE407ED-EE7E-2E2A-2B26-2E0FD9F55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807234-663B-84AB-B63A-55AF33FE9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FF6AA8-AD6B-3F02-B9B1-85D5DA9A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5C0D10-1183-64F8-E698-BFFAD4BE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120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5885C02-DE88-B703-3F97-120EF88A5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7DE766-65B3-2546-DAD7-E0EA12962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A05CB8-8106-BC0D-A48C-A2C51C052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1C6F7-0A08-43DB-ACA4-74C10EFDE6CB}" type="datetimeFigureOut">
              <a:rPr lang="zh-TW" altLang="en-US" smtClean="0"/>
              <a:t>2025/12/25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9EB348-220C-6E88-5C30-E8A8D2908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ABBA98-1C1D-1464-A3CC-49CA3A5F1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067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4847E-DA61-1B4F-7B0C-AD82AC6BD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A84920-CC97-8848-EE64-BF91EA8B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62C7AB-E444-4B34-07F3-F0D072DFF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ts val="3360"/>
              </a:lnSpc>
            </a:pPr>
            <a:r>
              <a:rPr lang="zh-TW" altLang="en-US" dirty="0"/>
              <a:t>從以下題材挑選一個，撰寫對應的程式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zh-TW" altLang="en-US" dirty="0"/>
              <a:t>題材</a:t>
            </a:r>
            <a:r>
              <a:rPr lang="en-US" altLang="zh-TW" dirty="0"/>
              <a:t>1</a:t>
            </a:r>
            <a:r>
              <a:rPr lang="zh-TW" altLang="en-US" dirty="0"/>
              <a:t>：建構一個</a:t>
            </a:r>
            <a:r>
              <a:rPr lang="zh-TW" altLang="en-US" b="1" dirty="0">
                <a:solidFill>
                  <a:srgbClr val="FF0000"/>
                </a:solidFill>
              </a:rPr>
              <a:t>分類模型</a:t>
            </a:r>
            <a:r>
              <a:rPr lang="zh-TW" altLang="en-US" dirty="0"/>
              <a:t>，輸入</a:t>
            </a:r>
            <a:r>
              <a:rPr lang="en-US" altLang="zh-TW" dirty="0"/>
              <a:t>N</a:t>
            </a:r>
            <a:r>
              <a:rPr lang="zh-TW" altLang="en-US" dirty="0"/>
              <a:t>天資料預測第 </a:t>
            </a:r>
            <a:r>
              <a:rPr lang="en-US" altLang="zh-TW" dirty="0"/>
              <a:t>N+1</a:t>
            </a:r>
            <a:r>
              <a:rPr lang="zh-TW" altLang="en-US" dirty="0"/>
              <a:t> 天的收盤價</a:t>
            </a:r>
            <a:r>
              <a:rPr lang="zh-TW" altLang="en-US" b="1" dirty="0">
                <a:solidFill>
                  <a:srgbClr val="FF0000"/>
                </a:solidFill>
              </a:rPr>
              <a:t>漲跌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>
              <a:lnSpc>
                <a:spcPts val="3360"/>
              </a:lnSpc>
            </a:pPr>
            <a:r>
              <a:rPr lang="zh-TW" altLang="en-US" dirty="0"/>
              <a:t>題材</a:t>
            </a:r>
            <a:r>
              <a:rPr lang="en-US" altLang="zh-TW" dirty="0"/>
              <a:t>2</a:t>
            </a:r>
            <a:r>
              <a:rPr lang="zh-TW" altLang="en-US" dirty="0"/>
              <a:t>：建構一個</a:t>
            </a:r>
            <a:r>
              <a:rPr lang="zh-TW" altLang="en-US" b="1" dirty="0">
                <a:solidFill>
                  <a:srgbClr val="FF0000"/>
                </a:solidFill>
              </a:rPr>
              <a:t>迴歸模型</a:t>
            </a:r>
            <a:r>
              <a:rPr lang="zh-TW" altLang="en-US" dirty="0"/>
              <a:t>，輸入</a:t>
            </a:r>
            <a:r>
              <a:rPr lang="en-US" altLang="zh-TW" dirty="0"/>
              <a:t>N</a:t>
            </a:r>
            <a:r>
              <a:rPr lang="zh-TW" altLang="en-US" dirty="0"/>
              <a:t>天資料預測第 </a:t>
            </a:r>
            <a:r>
              <a:rPr lang="en-US" altLang="zh-TW" dirty="0"/>
              <a:t>N+1</a:t>
            </a:r>
            <a:r>
              <a:rPr lang="zh-TW" altLang="en-US" dirty="0"/>
              <a:t> 天的</a:t>
            </a:r>
            <a:r>
              <a:rPr lang="zh-TW" altLang="en-US" b="1" dirty="0">
                <a:solidFill>
                  <a:srgbClr val="FF0000"/>
                </a:solidFill>
              </a:rPr>
              <a:t>收盤價</a:t>
            </a:r>
            <a:endParaRPr lang="en-US" altLang="zh-TW" b="1" dirty="0">
              <a:solidFill>
                <a:srgbClr val="FF0000"/>
              </a:solidFill>
            </a:endParaRPr>
          </a:p>
          <a:p>
            <a:pPr lvl="1">
              <a:lnSpc>
                <a:spcPts val="3360"/>
              </a:lnSpc>
            </a:pPr>
            <a:endParaRPr lang="en-US" altLang="zh-TW" dirty="0"/>
          </a:p>
          <a:p>
            <a:pPr lvl="1">
              <a:lnSpc>
                <a:spcPts val="3360"/>
              </a:lnSpc>
            </a:pPr>
            <a:endParaRPr lang="en-US" altLang="zh-TW" dirty="0"/>
          </a:p>
          <a:p>
            <a:pPr lvl="1">
              <a:lnSpc>
                <a:spcPts val="3360"/>
              </a:lnSpc>
            </a:pPr>
            <a:endParaRPr lang="en-US" altLang="zh-TW" dirty="0"/>
          </a:p>
          <a:p>
            <a:pPr>
              <a:lnSpc>
                <a:spcPts val="336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4843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508763-CEAD-91D4-3698-3C3436479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r>
              <a:rPr lang="en-US" altLang="zh-TW" dirty="0"/>
              <a:t>-</a:t>
            </a:r>
            <a:r>
              <a:rPr lang="zh-TW" altLang="en-US" dirty="0"/>
              <a:t> 題材</a:t>
            </a:r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52AFA7-5BD4-849A-BBEB-2F130B726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ts val="3360"/>
              </a:lnSpc>
            </a:pPr>
            <a:r>
              <a:rPr lang="zh-TW" altLang="en-US" dirty="0"/>
              <a:t>撰寫一個程式，使其具備下列功能：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en-US" altLang="zh-TW" dirty="0"/>
              <a:t>1.</a:t>
            </a:r>
            <a:r>
              <a:rPr lang="zh-TW" altLang="en-US" dirty="0"/>
              <a:t> 使用 </a:t>
            </a:r>
            <a:r>
              <a:rPr lang="en-US" altLang="zh-TW" dirty="0" err="1"/>
              <a:t>yfinance</a:t>
            </a:r>
            <a:r>
              <a:rPr lang="zh-TW" altLang="en-US" dirty="0"/>
              <a:t> 抓取一檔你感興趣的股票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en-US" altLang="zh-TW" dirty="0"/>
              <a:t>2.</a:t>
            </a:r>
            <a:r>
              <a:rPr lang="zh-TW" altLang="en-US" dirty="0"/>
              <a:t> 將資料分為訓練及測試資料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en-US" altLang="zh-TW" dirty="0"/>
              <a:t>3.</a:t>
            </a:r>
            <a:r>
              <a:rPr lang="zh-TW" altLang="en-US" dirty="0"/>
              <a:t> 對訓練資料進行適當的前處理，並建構一個分類模型</a:t>
            </a:r>
            <a:endParaRPr lang="en-US" altLang="zh-TW" dirty="0"/>
          </a:p>
          <a:p>
            <a:pPr lvl="2">
              <a:lnSpc>
                <a:spcPts val="3360"/>
              </a:lnSpc>
            </a:pPr>
            <a:r>
              <a:rPr lang="zh-TW" altLang="en-US" sz="2200" dirty="0"/>
              <a:t>以 </a:t>
            </a:r>
            <a:r>
              <a:rPr lang="en-US" altLang="zh-TW" sz="2200" dirty="0"/>
              <a:t>N</a:t>
            </a:r>
            <a:r>
              <a:rPr lang="zh-TW" altLang="en-US" sz="2200" dirty="0"/>
              <a:t> 天的資料預測第 </a:t>
            </a:r>
            <a:r>
              <a:rPr lang="en-US" altLang="zh-TW" sz="2200" dirty="0"/>
              <a:t>N+1</a:t>
            </a:r>
            <a:r>
              <a:rPr lang="zh-TW" altLang="en-US" sz="2200" dirty="0"/>
              <a:t> 天的漲跌趨勢</a:t>
            </a:r>
            <a:endParaRPr lang="en-US" altLang="zh-TW" sz="2200" dirty="0"/>
          </a:p>
          <a:p>
            <a:pPr lvl="1">
              <a:lnSpc>
                <a:spcPts val="3360"/>
              </a:lnSpc>
            </a:pPr>
            <a:r>
              <a:rPr lang="en-US" altLang="zh-TW" sz="2600" dirty="0"/>
              <a:t>4.</a:t>
            </a:r>
            <a:r>
              <a:rPr lang="zh-TW" altLang="en-US" sz="2600" dirty="0"/>
              <a:t> 建構 </a:t>
            </a:r>
            <a:r>
              <a:rPr lang="en-US" altLang="zh-TW" sz="2600" dirty="0"/>
              <a:t>confusion matrix, classification report </a:t>
            </a:r>
            <a:r>
              <a:rPr lang="zh-TW" altLang="en-US" sz="2600" dirty="0"/>
              <a:t>評估分類模型效率</a:t>
            </a:r>
            <a:endParaRPr lang="en-US" altLang="zh-TW" sz="2600" dirty="0"/>
          </a:p>
          <a:p>
            <a:pPr lvl="1">
              <a:lnSpc>
                <a:spcPts val="3360"/>
              </a:lnSpc>
            </a:pPr>
            <a:endParaRPr lang="en-US" altLang="zh-TW" sz="2600" dirty="0"/>
          </a:p>
          <a:p>
            <a:pPr lvl="2">
              <a:lnSpc>
                <a:spcPts val="336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64904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13768-8F9B-AA8E-EAB0-EE9F5FC10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577E3D-D1F1-70B1-8EFB-85CB8426A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r>
              <a:rPr lang="en-US" altLang="zh-TW" dirty="0"/>
              <a:t>-</a:t>
            </a:r>
            <a:r>
              <a:rPr lang="zh-TW" altLang="en-US" dirty="0"/>
              <a:t> 題材</a:t>
            </a:r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7CAA34-76DD-1F2B-5F65-B0E4E570A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ts val="3360"/>
              </a:lnSpc>
            </a:pPr>
            <a:r>
              <a:rPr lang="zh-TW" altLang="en-US" dirty="0"/>
              <a:t>撰寫一個程式，使其具備下列功能：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en-US" altLang="zh-TW" dirty="0"/>
              <a:t>1.</a:t>
            </a:r>
            <a:r>
              <a:rPr lang="zh-TW" altLang="en-US" dirty="0"/>
              <a:t> 使用 </a:t>
            </a:r>
            <a:r>
              <a:rPr lang="en-US" altLang="zh-TW" dirty="0" err="1"/>
              <a:t>yfinance</a:t>
            </a:r>
            <a:r>
              <a:rPr lang="zh-TW" altLang="en-US" dirty="0"/>
              <a:t> 抓取一檔你感興趣的股票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en-US" altLang="zh-TW" dirty="0"/>
              <a:t>2.</a:t>
            </a:r>
            <a:r>
              <a:rPr lang="zh-TW" altLang="en-US" dirty="0"/>
              <a:t> 將資料分為訓練及測試資料</a:t>
            </a:r>
            <a:endParaRPr lang="en-US" altLang="zh-TW" dirty="0"/>
          </a:p>
          <a:p>
            <a:pPr lvl="1">
              <a:lnSpc>
                <a:spcPts val="3360"/>
              </a:lnSpc>
            </a:pPr>
            <a:r>
              <a:rPr lang="en-US" altLang="zh-TW" dirty="0"/>
              <a:t>3.</a:t>
            </a:r>
            <a:r>
              <a:rPr lang="zh-TW" altLang="en-US" dirty="0"/>
              <a:t> 對訓練資料進行適當的前處理，並建構一個迴歸模型</a:t>
            </a:r>
            <a:endParaRPr lang="en-US" altLang="zh-TW" dirty="0"/>
          </a:p>
          <a:p>
            <a:pPr lvl="2">
              <a:lnSpc>
                <a:spcPts val="3360"/>
              </a:lnSpc>
            </a:pPr>
            <a:r>
              <a:rPr lang="zh-TW" altLang="en-US" sz="2200" dirty="0"/>
              <a:t>以 </a:t>
            </a:r>
            <a:r>
              <a:rPr lang="en-US" altLang="zh-TW" sz="2200" dirty="0"/>
              <a:t>N</a:t>
            </a:r>
            <a:r>
              <a:rPr lang="zh-TW" altLang="en-US" sz="2200" dirty="0"/>
              <a:t> 天的資料預測第 </a:t>
            </a:r>
            <a:r>
              <a:rPr lang="en-US" altLang="zh-TW" sz="2200" dirty="0"/>
              <a:t>N+1</a:t>
            </a:r>
            <a:r>
              <a:rPr lang="zh-TW" altLang="en-US" sz="2200" dirty="0"/>
              <a:t> 天的收盤價</a:t>
            </a:r>
            <a:endParaRPr lang="en-US" altLang="zh-TW" sz="2200" dirty="0"/>
          </a:p>
          <a:p>
            <a:pPr lvl="1">
              <a:lnSpc>
                <a:spcPts val="3360"/>
              </a:lnSpc>
            </a:pPr>
            <a:r>
              <a:rPr lang="en-US" altLang="zh-TW" sz="2600" dirty="0"/>
              <a:t>4.</a:t>
            </a:r>
            <a:r>
              <a:rPr lang="zh-TW" altLang="en-US" sz="2600" dirty="0"/>
              <a:t> 使用 </a:t>
            </a:r>
            <a:r>
              <a:rPr lang="en-US" altLang="zh-TW" sz="2600" dirty="0"/>
              <a:t>MAE</a:t>
            </a:r>
            <a:r>
              <a:rPr lang="zh-TW" altLang="en-US" sz="2600" dirty="0"/>
              <a:t>、</a:t>
            </a:r>
            <a:r>
              <a:rPr lang="en-US" altLang="zh-TW" sz="2600" dirty="0"/>
              <a:t>MSE</a:t>
            </a:r>
            <a:r>
              <a:rPr lang="zh-TW" altLang="en-US" sz="2600" dirty="0"/>
              <a:t>、</a:t>
            </a:r>
            <a:r>
              <a:rPr lang="en-US" altLang="zh-TW" sz="2600" dirty="0"/>
              <a:t>RMSE</a:t>
            </a:r>
            <a:r>
              <a:rPr lang="zh-TW" altLang="en-US" sz="2600" dirty="0"/>
              <a:t>、</a:t>
            </a:r>
            <a:r>
              <a:rPr lang="en-US" altLang="zh-TW" sz="2600" dirty="0"/>
              <a:t>MAPE</a:t>
            </a:r>
            <a:r>
              <a:rPr lang="zh-TW" altLang="en-US" sz="2600" dirty="0"/>
              <a:t>、</a:t>
            </a:r>
            <a:r>
              <a:rPr lang="en-US" altLang="zh-TW" sz="2600" dirty="0"/>
              <a:t>R2</a:t>
            </a:r>
            <a:r>
              <a:rPr lang="zh-TW" altLang="en-US" sz="2600" dirty="0"/>
              <a:t>評估迴歸模型效率</a:t>
            </a:r>
            <a:endParaRPr lang="en-US" altLang="zh-TW" sz="2600" dirty="0"/>
          </a:p>
          <a:p>
            <a:pPr lvl="1">
              <a:lnSpc>
                <a:spcPts val="3360"/>
              </a:lnSpc>
            </a:pPr>
            <a:endParaRPr lang="en-US" altLang="zh-TW" sz="2600" dirty="0"/>
          </a:p>
          <a:p>
            <a:pPr lvl="2">
              <a:lnSpc>
                <a:spcPts val="336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89238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221</Words>
  <Application>Microsoft Office PowerPoint</Application>
  <PresentationFormat>寬螢幕</PresentationFormat>
  <Paragraphs>20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佈景主題</vt:lpstr>
      <vt:lpstr>Homework 2</vt:lpstr>
      <vt:lpstr>Homework 2 - 題材1</vt:lpstr>
      <vt:lpstr>Homework 2 - 題材2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吳政瑋 Cheng-Wei Wu</dc:creator>
  <cp:lastModifiedBy>昱安 陳</cp:lastModifiedBy>
  <cp:revision>4</cp:revision>
  <dcterms:created xsi:type="dcterms:W3CDTF">2024-12-06T08:44:16Z</dcterms:created>
  <dcterms:modified xsi:type="dcterms:W3CDTF">2025-12-25T12:46:23Z</dcterms:modified>
</cp:coreProperties>
</file>