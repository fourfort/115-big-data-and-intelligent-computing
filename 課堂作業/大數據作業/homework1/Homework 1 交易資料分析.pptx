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37C868-A1D8-4265-82D0-9CA118595D9B}" v="1" dt="2025-12-20T10:20:40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政瑋 Cheng-Wei Wu" userId="53965b3dbf704e9f" providerId="LiveId" clId="{8679217D-5462-4CBA-AE32-F0A0A494BAD8}"/>
    <pc:docChg chg="custSel addSld delSld modSld">
      <pc:chgData name="吳政瑋 Cheng-Wei Wu" userId="53965b3dbf704e9f" providerId="LiveId" clId="{8679217D-5462-4CBA-AE32-F0A0A494BAD8}" dt="2025-12-20T10:28:34.862" v="639" actId="20577"/>
      <pc:docMkLst>
        <pc:docMk/>
      </pc:docMkLst>
      <pc:sldChg chg="delSp modSp del mod">
        <pc:chgData name="吳政瑋 Cheng-Wei Wu" userId="53965b3dbf704e9f" providerId="LiveId" clId="{8679217D-5462-4CBA-AE32-F0A0A494BAD8}" dt="2025-12-20T10:20:42.989" v="5" actId="47"/>
        <pc:sldMkLst>
          <pc:docMk/>
          <pc:sldMk cId="2002804066" sldId="257"/>
        </pc:sldMkLst>
        <pc:spChg chg="mod">
          <ac:chgData name="吳政瑋 Cheng-Wei Wu" userId="53965b3dbf704e9f" providerId="LiveId" clId="{8679217D-5462-4CBA-AE32-F0A0A494BAD8}" dt="2025-12-20T10:20:31.090" v="0" actId="20577"/>
          <ac:spMkLst>
            <pc:docMk/>
            <pc:sldMk cId="2002804066" sldId="257"/>
            <ac:spMk id="2" creationId="{25948060-3218-3F63-6C74-FE57966BB10F}"/>
          </ac:spMkLst>
        </pc:spChg>
        <pc:spChg chg="mod">
          <ac:chgData name="吳政瑋 Cheng-Wei Wu" userId="53965b3dbf704e9f" providerId="LiveId" clId="{8679217D-5462-4CBA-AE32-F0A0A494BAD8}" dt="2025-12-20T10:20:35.581" v="2" actId="6549"/>
          <ac:spMkLst>
            <pc:docMk/>
            <pc:sldMk cId="2002804066" sldId="257"/>
            <ac:spMk id="3" creationId="{DFC68782-9F6A-51FC-20D6-15700B379C17}"/>
          </ac:spMkLst>
        </pc:spChg>
        <pc:picChg chg="del">
          <ac:chgData name="吳政瑋 Cheng-Wei Wu" userId="53965b3dbf704e9f" providerId="LiveId" clId="{8679217D-5462-4CBA-AE32-F0A0A494BAD8}" dt="2025-12-20T10:20:33.566" v="1" actId="478"/>
          <ac:picMkLst>
            <pc:docMk/>
            <pc:sldMk cId="2002804066" sldId="257"/>
            <ac:picMk id="5" creationId="{785E9B39-EF4E-B462-6203-645ED9CA9BF9}"/>
          </ac:picMkLst>
        </pc:picChg>
      </pc:sldChg>
      <pc:sldChg chg="modSp new mod">
        <pc:chgData name="吳政瑋 Cheng-Wei Wu" userId="53965b3dbf704e9f" providerId="LiveId" clId="{8679217D-5462-4CBA-AE32-F0A0A494BAD8}" dt="2025-12-20T10:28:34.862" v="639" actId="20577"/>
        <pc:sldMkLst>
          <pc:docMk/>
          <pc:sldMk cId="2564904495" sldId="258"/>
        </pc:sldMkLst>
        <pc:spChg chg="mod">
          <ac:chgData name="吳政瑋 Cheng-Wei Wu" userId="53965b3dbf704e9f" providerId="LiveId" clId="{8679217D-5462-4CBA-AE32-F0A0A494BAD8}" dt="2025-12-20T10:20:40.395" v="4"/>
          <ac:spMkLst>
            <pc:docMk/>
            <pc:sldMk cId="2564904495" sldId="258"/>
            <ac:spMk id="2" creationId="{A7508763-CEAD-91D4-3698-3C34364791E4}"/>
          </ac:spMkLst>
        </pc:spChg>
        <pc:spChg chg="mod">
          <ac:chgData name="吳政瑋 Cheng-Wei Wu" userId="53965b3dbf704e9f" providerId="LiveId" clId="{8679217D-5462-4CBA-AE32-F0A0A494BAD8}" dt="2025-12-20T10:28:34.862" v="639" actId="20577"/>
          <ac:spMkLst>
            <pc:docMk/>
            <pc:sldMk cId="2564904495" sldId="258"/>
            <ac:spMk id="3" creationId="{F752AFA7-5BD4-849A-BBEB-2F130B7262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DA875-012C-1248-4761-28D0C5FA3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4CA74-8447-4532-3BF7-F08F65719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8911E6-DE5A-4E3C-0F81-E25251A7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047669-2568-3F7B-0342-C9DF7449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5CA753-DEE6-260B-7A69-76026283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78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83F82-BBB4-5AAD-2547-6F7C2CA5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7AD8DD-70DD-E5E0-836A-B32B37E8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060703-A9FE-0C2C-ED83-7AD0F675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D6759E-EFD4-ED58-629A-E784EF60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52C3B-0A35-96DE-6A3C-416E2F31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01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8B642-7C4A-97E3-D735-2DBE2582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E64676-1C69-580A-F2FB-E699AAB4A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69C4AA-444A-C055-1DFA-783853A1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7DCF44-6A1E-E544-3A42-D7955717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4C849F-4FBD-C3CF-C6FF-DF4CEF29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7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0274BE-12D0-90A4-1EF7-99A8B6C1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B1956D-AE76-57EE-D6EF-98E8CC2F9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897C34-6E99-FEAD-F67F-8EB0B859E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62FB96-A055-E774-C85F-C5482C8F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CA68C7-6508-AD7D-D904-B8151F7A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35C588-576B-92FD-5C9E-5F0006C7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580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00E72-5517-BFBB-ACB7-9FECF3A7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8EBAA6-DFD8-CA99-5947-5EAE59217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77C52E-EF54-8608-0453-A21535BE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79E65B-3010-7A54-B927-8AB8B96D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C23CF0B-9A37-679E-CC87-37FC68014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A2E1E6-B4BF-A6BF-CD62-CAE4AF37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4C2318-2364-DB87-2EE9-167D65A6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B9FFC7-04B5-1775-9EE8-D8A217E8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55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BE39E-10E8-0691-214D-4402316A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6D287F-4F7B-11CA-E32E-63C54083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8AD038-2355-8526-A11A-34DD8209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172D8F-39AB-61EA-5BDF-BACC9C9A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62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B88C71-5751-CB3E-D5F7-51F66FB7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4E5842-54A0-CA2A-3D59-502C9E05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C0D32B-4D67-0EB5-E930-964D3B5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16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3CD36-AC0B-83ED-8CFD-931E7265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E3A8C-0F14-A628-83CA-1721146A9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593DC5-1768-A7B9-067C-7B3F64D09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8171EA-B25A-5AFA-49F2-B55B871D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302E0E-845F-6421-988B-A2CF6055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40BFEB-91C8-5EF9-8D4D-4BBA284C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55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B45A3-00E1-348B-B01E-EE84A9FB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58A5FB1-05E5-2783-05F9-A890E7C84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5B3DF2-7AA4-891C-0BB3-F334B1511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E0D6EC-7884-16A5-8E98-852191E0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16D798-65D0-7FBE-1165-89978022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7BF6C5-91DE-DDEA-4FF4-34651027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17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3D89B-6F49-CED0-316D-84182328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5EB65B-3E30-4081-089A-76E5E9FCD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48A0FA-A0BB-A7B7-922A-D0D5F23B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032028-A0CB-4A6F-3CA7-F0944540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727FCA-86C9-578E-0085-890C0A50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9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CFC9BAB-8C41-458A-F3D0-0C89507A2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E407ED-EE7E-2E2A-2B26-2E0FD9F5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07234-663B-84AB-B63A-55AF33FE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FF6AA8-AD6B-3F02-B9B1-85D5DA9A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5C0D10-1183-64F8-E698-BFFAD4BE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20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5885C02-DE88-B703-3F97-120EF88A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7DE766-65B3-2546-DAD7-E0EA12962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A05CB8-8106-BC0D-A48C-A2C51C052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EB348-220C-6E88-5C30-E8A8D2908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ABBA98-1C1D-1464-A3CC-49CA3A5F1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67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508763-CEAD-91D4-3698-3C343647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52AFA7-5BD4-849A-BBEB-2F130B72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3360"/>
              </a:lnSpc>
            </a:pPr>
            <a:r>
              <a:rPr lang="zh-TW" altLang="en-US" dirty="0"/>
              <a:t>撰寫一個程式，使其具備下列功能：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1.</a:t>
            </a:r>
            <a:r>
              <a:rPr lang="zh-TW" altLang="en-US" dirty="0"/>
              <a:t> 讀取 </a:t>
            </a:r>
            <a:r>
              <a:rPr lang="en-US" altLang="zh-TW" dirty="0"/>
              <a:t>retail.txt </a:t>
            </a:r>
            <a:r>
              <a:rPr lang="zh-TW" altLang="en-US" dirty="0"/>
              <a:t>交易資料庫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2.</a:t>
            </a:r>
            <a:r>
              <a:rPr lang="zh-TW" altLang="en-US" dirty="0"/>
              <a:t> 計算資料庫交易筆數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3.</a:t>
            </a:r>
            <a:r>
              <a:rPr lang="zh-TW" altLang="en-US" dirty="0"/>
              <a:t> 計算相異商品個數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4.</a:t>
            </a:r>
            <a:r>
              <a:rPr lang="zh-TW" altLang="en-US" dirty="0"/>
              <a:t> 計算平均交易長度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5.</a:t>
            </a:r>
            <a:r>
              <a:rPr lang="zh-TW" altLang="en-US" dirty="0"/>
              <a:t> 計算每個商品的發生次數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6.</a:t>
            </a:r>
            <a:r>
              <a:rPr lang="zh-TW" altLang="en-US" dirty="0"/>
              <a:t> 找出前十個發生次數最多的商品，並畫出一張長條圖</a:t>
            </a:r>
            <a:endParaRPr lang="en-US" altLang="zh-TW" dirty="0"/>
          </a:p>
          <a:p>
            <a:pPr lvl="2">
              <a:lnSpc>
                <a:spcPts val="3360"/>
              </a:lnSpc>
            </a:pPr>
            <a:r>
              <a:rPr lang="en-US" altLang="zh-TW" dirty="0"/>
              <a:t>x</a:t>
            </a:r>
            <a:r>
              <a:rPr lang="zh-TW" altLang="en-US" dirty="0"/>
              <a:t>軸為商品名稱，</a:t>
            </a:r>
            <a:r>
              <a:rPr lang="en-US" altLang="zh-TW" dirty="0"/>
              <a:t>y</a:t>
            </a:r>
            <a:r>
              <a:rPr lang="zh-TW" altLang="en-US" dirty="0"/>
              <a:t>軸為發生次數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7.</a:t>
            </a:r>
            <a:r>
              <a:rPr lang="zh-TW" altLang="en-US" dirty="0"/>
              <a:t> 輸入任意一個商品組合</a:t>
            </a:r>
            <a:r>
              <a:rPr lang="en-US" altLang="zh-TW" sz="2000" dirty="0"/>
              <a:t>(</a:t>
            </a:r>
            <a:r>
              <a:rPr lang="zh-TW" altLang="en-US" sz="2000" dirty="0"/>
              <a:t>如： </a:t>
            </a:r>
            <a:r>
              <a:rPr lang="en-US" altLang="zh-TW" sz="2000" dirty="0"/>
              <a:t>[5, 8, 9])</a:t>
            </a:r>
            <a:r>
              <a:rPr lang="zh-TW" altLang="en-US" dirty="0"/>
              <a:t>，計算 </a:t>
            </a:r>
            <a:r>
              <a:rPr lang="en-US" altLang="zh-TW" dirty="0"/>
              <a:t>{5, 8, 9}</a:t>
            </a:r>
            <a:r>
              <a:rPr lang="zh-TW" altLang="en-US" dirty="0"/>
              <a:t> 在資料庫中發生幾次</a:t>
            </a:r>
            <a:endParaRPr lang="en-US" altLang="zh-TW" dirty="0"/>
          </a:p>
          <a:p>
            <a:pPr lvl="1">
              <a:lnSpc>
                <a:spcPts val="336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4904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111</Words>
  <Application>Microsoft Office PowerPoint</Application>
  <PresentationFormat>寬螢幕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Homework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吳政瑋 Cheng-Wei Wu</dc:creator>
  <cp:lastModifiedBy>昱安 陳</cp:lastModifiedBy>
  <cp:revision>3</cp:revision>
  <dcterms:created xsi:type="dcterms:W3CDTF">2024-12-06T08:44:16Z</dcterms:created>
  <dcterms:modified xsi:type="dcterms:W3CDTF">2025-12-25T09:58:58Z</dcterms:modified>
</cp:coreProperties>
</file>