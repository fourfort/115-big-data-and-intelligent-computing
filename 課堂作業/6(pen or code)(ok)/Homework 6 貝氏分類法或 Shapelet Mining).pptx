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58" r:id="rId4"/>
    <p:sldId id="260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37C868-A1D8-4265-82D0-9CA118595D9B}" v="1" dt="2025-12-20T10:20:40.395"/>
    <p1510:client id="{DD513AE5-6DEA-4067-B2D3-F4ABF27A0BAF}" v="5" dt="2025-12-20T12:37:03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115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吳政瑋 Cheng-Wei Wu" userId="53965b3dbf704e9f" providerId="LiveId" clId="{8679217D-5462-4CBA-AE32-F0A0A494BAD8}"/>
    <pc:docChg chg="undo custSel addSld delSld modSld">
      <pc:chgData name="吳政瑋 Cheng-Wei Wu" userId="53965b3dbf704e9f" providerId="LiveId" clId="{8679217D-5462-4CBA-AE32-F0A0A494BAD8}" dt="2025-12-20T12:38:15.525" v="1161" actId="6549"/>
      <pc:docMkLst>
        <pc:docMk/>
      </pc:docMkLst>
      <pc:sldChg chg="delSp modSp del mod">
        <pc:chgData name="吳政瑋 Cheng-Wei Wu" userId="53965b3dbf704e9f" providerId="LiveId" clId="{8679217D-5462-4CBA-AE32-F0A0A494BAD8}" dt="2025-12-20T10:20:42.989" v="5" actId="47"/>
        <pc:sldMkLst>
          <pc:docMk/>
          <pc:sldMk cId="2002804066" sldId="257"/>
        </pc:sldMkLst>
        <pc:spChg chg="mod">
          <ac:chgData name="吳政瑋 Cheng-Wei Wu" userId="53965b3dbf704e9f" providerId="LiveId" clId="{8679217D-5462-4CBA-AE32-F0A0A494BAD8}" dt="2025-12-20T10:20:31.090" v="0" actId="20577"/>
          <ac:spMkLst>
            <pc:docMk/>
            <pc:sldMk cId="2002804066" sldId="257"/>
            <ac:spMk id="2" creationId="{25948060-3218-3F63-6C74-FE57966BB10F}"/>
          </ac:spMkLst>
        </pc:spChg>
        <pc:spChg chg="mod">
          <ac:chgData name="吳政瑋 Cheng-Wei Wu" userId="53965b3dbf704e9f" providerId="LiveId" clId="{8679217D-5462-4CBA-AE32-F0A0A494BAD8}" dt="2025-12-20T10:20:35.581" v="2" actId="6549"/>
          <ac:spMkLst>
            <pc:docMk/>
            <pc:sldMk cId="2002804066" sldId="257"/>
            <ac:spMk id="3" creationId="{DFC68782-9F6A-51FC-20D6-15700B379C17}"/>
          </ac:spMkLst>
        </pc:spChg>
        <pc:picChg chg="del">
          <ac:chgData name="吳政瑋 Cheng-Wei Wu" userId="53965b3dbf704e9f" providerId="LiveId" clId="{8679217D-5462-4CBA-AE32-F0A0A494BAD8}" dt="2025-12-20T10:20:33.566" v="1" actId="478"/>
          <ac:picMkLst>
            <pc:docMk/>
            <pc:sldMk cId="2002804066" sldId="257"/>
            <ac:picMk id="5" creationId="{785E9B39-EF4E-B462-6203-645ED9CA9BF9}"/>
          </ac:picMkLst>
        </pc:picChg>
      </pc:sldChg>
      <pc:sldChg chg="addSp delSp modSp new mod">
        <pc:chgData name="吳政瑋 Cheng-Wei Wu" userId="53965b3dbf704e9f" providerId="LiveId" clId="{8679217D-5462-4CBA-AE32-F0A0A494BAD8}" dt="2025-12-20T10:46:46.218" v="693" actId="478"/>
        <pc:sldMkLst>
          <pc:docMk/>
          <pc:sldMk cId="2564904495" sldId="258"/>
        </pc:sldMkLst>
        <pc:spChg chg="del mod">
          <ac:chgData name="吳政瑋 Cheng-Wei Wu" userId="53965b3dbf704e9f" providerId="LiveId" clId="{8679217D-5462-4CBA-AE32-F0A0A494BAD8}" dt="2025-12-20T10:46:46.218" v="693" actId="478"/>
          <ac:spMkLst>
            <pc:docMk/>
            <pc:sldMk cId="2564904495" sldId="258"/>
            <ac:spMk id="2" creationId="{A7508763-CEAD-91D4-3698-3C34364791E4}"/>
          </ac:spMkLst>
        </pc:spChg>
        <pc:spChg chg="del mod">
          <ac:chgData name="吳政瑋 Cheng-Wei Wu" userId="53965b3dbf704e9f" providerId="LiveId" clId="{8679217D-5462-4CBA-AE32-F0A0A494BAD8}" dt="2025-12-20T10:46:45.145" v="692" actId="478"/>
          <ac:spMkLst>
            <pc:docMk/>
            <pc:sldMk cId="2564904495" sldId="258"/>
            <ac:spMk id="3" creationId="{F752AFA7-5BD4-849A-BBEB-2F130B72626A}"/>
          </ac:spMkLst>
        </pc:spChg>
        <pc:picChg chg="add mod">
          <ac:chgData name="吳政瑋 Cheng-Wei Wu" userId="53965b3dbf704e9f" providerId="LiveId" clId="{8679217D-5462-4CBA-AE32-F0A0A494BAD8}" dt="2025-12-20T10:46:41.779" v="691" actId="1035"/>
          <ac:picMkLst>
            <pc:docMk/>
            <pc:sldMk cId="2564904495" sldId="258"/>
            <ac:picMk id="5" creationId="{8F887B59-F429-63C4-2217-610272FF2CC1}"/>
          </ac:picMkLst>
        </pc:picChg>
      </pc:sldChg>
      <pc:sldChg chg="modSp new mod">
        <pc:chgData name="吳政瑋 Cheng-Wei Wu" userId="53965b3dbf704e9f" providerId="LiveId" clId="{8679217D-5462-4CBA-AE32-F0A0A494BAD8}" dt="2025-12-20T12:34:32.767" v="1012" actId="20577"/>
        <pc:sldMkLst>
          <pc:docMk/>
          <pc:sldMk cId="61724041" sldId="259"/>
        </pc:sldMkLst>
        <pc:spChg chg="mod">
          <ac:chgData name="吳政瑋 Cheng-Wei Wu" userId="53965b3dbf704e9f" providerId="LiveId" clId="{8679217D-5462-4CBA-AE32-F0A0A494BAD8}" dt="2025-12-20T10:46:17.883" v="663" actId="20577"/>
          <ac:spMkLst>
            <pc:docMk/>
            <pc:sldMk cId="61724041" sldId="259"/>
            <ac:spMk id="2" creationId="{670F95A0-5D46-61BD-964C-8F4174327DAF}"/>
          </ac:spMkLst>
        </pc:spChg>
        <pc:spChg chg="mod">
          <ac:chgData name="吳政瑋 Cheng-Wei Wu" userId="53965b3dbf704e9f" providerId="LiveId" clId="{8679217D-5462-4CBA-AE32-F0A0A494BAD8}" dt="2025-12-20T12:34:32.767" v="1012" actId="20577"/>
          <ac:spMkLst>
            <pc:docMk/>
            <pc:sldMk cId="61724041" sldId="259"/>
            <ac:spMk id="3" creationId="{C92C1585-ACD5-D57C-D953-287B152FB1CA}"/>
          </ac:spMkLst>
        </pc:spChg>
      </pc:sldChg>
      <pc:sldChg chg="addSp delSp modSp new mod">
        <pc:chgData name="吳政瑋 Cheng-Wei Wu" userId="53965b3dbf704e9f" providerId="LiveId" clId="{8679217D-5462-4CBA-AE32-F0A0A494BAD8}" dt="2025-12-20T10:47:20.491" v="719" actId="1035"/>
        <pc:sldMkLst>
          <pc:docMk/>
          <pc:sldMk cId="922435057" sldId="260"/>
        </pc:sldMkLst>
        <pc:spChg chg="del">
          <ac:chgData name="吳政瑋 Cheng-Wei Wu" userId="53965b3dbf704e9f" providerId="LiveId" clId="{8679217D-5462-4CBA-AE32-F0A0A494BAD8}" dt="2025-12-20T10:47:13.488" v="697" actId="478"/>
          <ac:spMkLst>
            <pc:docMk/>
            <pc:sldMk cId="922435057" sldId="260"/>
            <ac:spMk id="2" creationId="{E2B4FF4D-B809-328D-129E-79F461C11881}"/>
          </ac:spMkLst>
        </pc:spChg>
        <pc:spChg chg="del">
          <ac:chgData name="吳政瑋 Cheng-Wei Wu" userId="53965b3dbf704e9f" providerId="LiveId" clId="{8679217D-5462-4CBA-AE32-F0A0A494BAD8}" dt="2025-12-20T10:47:14.036" v="698" actId="478"/>
          <ac:spMkLst>
            <pc:docMk/>
            <pc:sldMk cId="922435057" sldId="260"/>
            <ac:spMk id="3" creationId="{15B025B4-085E-E9F3-77B3-28B13D9C6443}"/>
          </ac:spMkLst>
        </pc:spChg>
        <pc:picChg chg="add mod">
          <ac:chgData name="吳政瑋 Cheng-Wei Wu" userId="53965b3dbf704e9f" providerId="LiveId" clId="{8679217D-5462-4CBA-AE32-F0A0A494BAD8}" dt="2025-12-20T10:47:20.491" v="719" actId="1035"/>
          <ac:picMkLst>
            <pc:docMk/>
            <pc:sldMk cId="922435057" sldId="260"/>
            <ac:picMk id="5" creationId="{6CB25A12-AD9D-91F3-D60A-B623CF5A9D2D}"/>
          </ac:picMkLst>
        </pc:picChg>
      </pc:sldChg>
      <pc:sldChg chg="modSp new mod">
        <pc:chgData name="吳政瑋 Cheng-Wei Wu" userId="53965b3dbf704e9f" providerId="LiveId" clId="{8679217D-5462-4CBA-AE32-F0A0A494BAD8}" dt="2025-12-20T12:38:15.525" v="1161" actId="6549"/>
        <pc:sldMkLst>
          <pc:docMk/>
          <pc:sldMk cId="3429239218" sldId="261"/>
        </pc:sldMkLst>
        <pc:spChg chg="mod">
          <ac:chgData name="吳政瑋 Cheng-Wei Wu" userId="53965b3dbf704e9f" providerId="LiveId" clId="{8679217D-5462-4CBA-AE32-F0A0A494BAD8}" dt="2025-12-20T12:32:14.886" v="734"/>
          <ac:spMkLst>
            <pc:docMk/>
            <pc:sldMk cId="3429239218" sldId="261"/>
            <ac:spMk id="2" creationId="{3259EBF9-B9E8-3CD4-A414-5C683F101B00}"/>
          </ac:spMkLst>
        </pc:spChg>
        <pc:spChg chg="mod">
          <ac:chgData name="吳政瑋 Cheng-Wei Wu" userId="53965b3dbf704e9f" providerId="LiveId" clId="{8679217D-5462-4CBA-AE32-F0A0A494BAD8}" dt="2025-12-20T12:38:15.525" v="1161" actId="6549"/>
          <ac:spMkLst>
            <pc:docMk/>
            <pc:sldMk cId="3429239218" sldId="261"/>
            <ac:spMk id="3" creationId="{14BA5A65-DEE0-6E9F-51B6-53846FEA61AE}"/>
          </ac:spMkLst>
        </pc:spChg>
      </pc:sldChg>
      <pc:sldChg chg="new del">
        <pc:chgData name="吳政瑋 Cheng-Wei Wu" userId="53965b3dbf704e9f" providerId="LiveId" clId="{8679217D-5462-4CBA-AE32-F0A0A494BAD8}" dt="2025-12-20T12:37:29.268" v="1104" actId="47"/>
        <pc:sldMkLst>
          <pc:docMk/>
          <pc:sldMk cId="3044328453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CADA875-012C-1248-4761-28D0C5FA3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074CA74-8447-4532-3BF7-F08F65719F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8911E6-DE5A-4E3C-0F81-E25251A72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047669-2568-3F7B-0342-C9DF7449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55CA753-DEE6-260B-7A69-760262833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8789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583F82-BBB4-5AAD-2547-6F7C2CA56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7AD8DD-70DD-E5E0-836A-B32B37E8F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060703-A9FE-0C2C-ED83-7AD0F6759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D6759E-EFD4-ED58-629A-E784EF60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D652C3B-0A35-96DE-6A3C-416E2F31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5012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D8B642-7C4A-97E3-D735-2DBE2582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E64676-1C69-580A-F2FB-E699AAB4A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569C4AA-444A-C055-1DFA-783853A1C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F7DCF44-6A1E-E544-3A42-D7955717C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4C849F-4FBD-C3CF-C6FF-DF4CEF29C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673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0274BE-12D0-90A4-1EF7-99A8B6C14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4B1956D-AE76-57EE-D6EF-98E8CC2F9D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8897C34-6E99-FEAD-F67F-8EB0B859E0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162FB96-A055-E774-C85F-C5482C8FF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CA68C7-6508-AD7D-D904-B8151F7AA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935C588-576B-92FD-5C9E-5F0006C7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580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100E72-5517-BFBB-ACB7-9FECF3A7E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88EBAA6-DFD8-CA99-5947-5EAE59217E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677C52E-EF54-8608-0453-A21535BE4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879E65B-3010-7A54-B927-8AB8B96DE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C23CF0B-9A37-679E-CC87-37FC68014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7A2E1E6-B4BF-A6BF-CD62-CAE4AF372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B4C2318-2364-DB87-2EE9-167D65A6B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9B9FFC7-04B5-1775-9EE8-D8A217E87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2551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0BE39E-10E8-0691-214D-4402316A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56D287F-4F7B-11CA-E32E-63C54083D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68AD038-2355-8526-A11A-34DD8209B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172D8F-39AB-61EA-5BDF-BACC9C9A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6208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3B88C71-5751-CB3E-D5F7-51F66FB78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04E5842-54A0-CA2A-3D59-502C9E057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C0D32B-4D67-0EB5-E930-964D3B5A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2164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E3CD36-AC0B-83ED-8CFD-931E72654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1E3A8C-0F14-A628-83CA-1721146A9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593DC5-1768-A7B9-067C-7B3F64D09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18171EA-B25A-5AFA-49F2-B55B871D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8302E0E-845F-6421-988B-A2CF6055B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F40BFEB-91C8-5EF9-8D4D-4BBA284C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35540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B45A3-00E1-348B-B01E-EE84A9FB2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58A5FB1-05E5-2783-05F9-A890E7C84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45B3DF2-7AA4-891C-0BB3-F334B15117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E0D6EC-7884-16A5-8E98-852191E0B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816D798-65D0-7FBE-1165-89978022F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97BF6C5-91DE-DDEA-4FF4-346510276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5172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F3D89B-6F49-CED0-316D-84182328E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35EB65B-3E30-4081-089A-76E5E9FCD0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B48A0FA-A0BB-A7B7-922A-D0D5F23B5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B032028-A0CB-4A6F-3CA7-F0944540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D727FCA-86C9-578E-0085-890C0A501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29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CFC9BAB-8C41-458A-F3D0-0C89507A2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CE407ED-EE7E-2E2A-2B26-2E0FD9F556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B807234-663B-84AB-B63A-55AF33FE9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FF6AA8-AD6B-3F02-B9B1-85D5DA9A6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A5C0D10-1183-64F8-E698-BFFAD4BE8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1206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5885C02-DE88-B703-3F97-120EF88A5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7DE766-65B3-2546-DAD7-E0EA12962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7A05CB8-8106-BC0D-A48C-A2C51C0520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1C6F7-0A08-43DB-ACA4-74C10EFDE6CB}" type="datetimeFigureOut">
              <a:rPr lang="zh-TW" altLang="en-US" smtClean="0"/>
              <a:t>2025/12/20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9EB348-220C-6E88-5C30-E8A8D2908D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ABBA98-1C1D-1464-A3CC-49CA3A5F1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DA7EB0-67B7-40CF-BC43-E90157FF8E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0675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cr.edu/~eamonn/shaplet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0F95A0-5D46-61BD-964C-8F4174327DA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Homework 6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92C1585-ACD5-D57C-D953-287B152FB1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TW" altLang="en-US" sz="4000" dirty="0"/>
              <a:t>貝氏分類法 </a:t>
            </a:r>
            <a:r>
              <a:rPr lang="en-US" altLang="zh-TW" sz="4000" dirty="0"/>
              <a:t>or</a:t>
            </a:r>
            <a:r>
              <a:rPr lang="zh-TW" altLang="en-US" sz="4000" dirty="0"/>
              <a:t> </a:t>
            </a:r>
            <a:r>
              <a:rPr lang="en-US" altLang="zh-TW" sz="4000" dirty="0" err="1"/>
              <a:t>Shapelet</a:t>
            </a:r>
            <a:r>
              <a:rPr lang="en-US" altLang="zh-TW" sz="4000" dirty="0"/>
              <a:t> Classification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61724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9EBF9-B9E8-3CD4-A414-5C683F101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6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BA5A65-DEE0-6E9F-51B6-53846FEA6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ts val="3360"/>
              </a:lnSpc>
            </a:pPr>
            <a:r>
              <a:rPr lang="zh-TW" altLang="en-US" dirty="0"/>
              <a:t>同學可從下列兩個題材，</a:t>
            </a:r>
            <a:r>
              <a:rPr lang="zh-TW" altLang="en-US" b="1" dirty="0">
                <a:solidFill>
                  <a:srgbClr val="FF0000"/>
                </a:solidFill>
              </a:rPr>
              <a:t>任選一個</a:t>
            </a:r>
            <a:r>
              <a:rPr lang="zh-TW" altLang="en-US" dirty="0"/>
              <a:t>題材作為</a:t>
            </a:r>
            <a:r>
              <a:rPr lang="en-US" altLang="zh-TW" dirty="0"/>
              <a:t>Homework 6</a:t>
            </a:r>
          </a:p>
          <a:p>
            <a:pPr lvl="1">
              <a:lnSpc>
                <a:spcPts val="3360"/>
              </a:lnSpc>
            </a:pPr>
            <a:r>
              <a:rPr lang="zh-TW" altLang="en-US" dirty="0"/>
              <a:t>題材</a:t>
            </a:r>
            <a:r>
              <a:rPr lang="en-US" altLang="zh-TW" dirty="0"/>
              <a:t>1</a:t>
            </a:r>
            <a:r>
              <a:rPr lang="zh-TW" altLang="en-US" dirty="0"/>
              <a:t>：貝氏分類法 </a:t>
            </a:r>
            <a:r>
              <a:rPr lang="en-US" altLang="zh-TW" dirty="0"/>
              <a:t>(</a:t>
            </a:r>
            <a:r>
              <a:rPr lang="zh-TW" altLang="en-US" dirty="0"/>
              <a:t>題目在投影片</a:t>
            </a:r>
            <a:r>
              <a:rPr lang="en-US" altLang="zh-TW" dirty="0"/>
              <a:t>p3, p4</a:t>
            </a:r>
            <a:r>
              <a:rPr lang="zh-TW" altLang="en-US" dirty="0"/>
              <a:t> 頁</a:t>
            </a:r>
            <a:r>
              <a:rPr lang="en-US" altLang="zh-TW" dirty="0"/>
              <a:t>)</a:t>
            </a:r>
          </a:p>
          <a:p>
            <a:pPr lvl="1">
              <a:lnSpc>
                <a:spcPts val="3360"/>
              </a:lnSpc>
            </a:pPr>
            <a:r>
              <a:rPr lang="zh-TW" altLang="en-US" dirty="0"/>
              <a:t>題材</a:t>
            </a:r>
            <a:r>
              <a:rPr lang="en-US" altLang="zh-TW" dirty="0"/>
              <a:t>2</a:t>
            </a:r>
            <a:r>
              <a:rPr lang="zh-TW" altLang="en-US" dirty="0"/>
              <a:t> ：實作 </a:t>
            </a:r>
            <a:r>
              <a:rPr lang="en-US" altLang="zh-TW" dirty="0" err="1"/>
              <a:t>Shapelet</a:t>
            </a:r>
            <a:r>
              <a:rPr lang="en-US" altLang="zh-TW" dirty="0"/>
              <a:t> Classification (</a:t>
            </a:r>
            <a:r>
              <a:rPr lang="zh-TW" altLang="en-US" dirty="0"/>
              <a:t>即</a:t>
            </a:r>
            <a:r>
              <a:rPr lang="en-US" altLang="zh-TW" dirty="0"/>
              <a:t>12/1(</a:t>
            </a:r>
            <a:r>
              <a:rPr lang="zh-TW" altLang="en-US" dirty="0"/>
              <a:t>五</a:t>
            </a:r>
            <a:r>
              <a:rPr lang="en-US" altLang="zh-TW" dirty="0"/>
              <a:t>)</a:t>
            </a:r>
            <a:r>
              <a:rPr lang="zh-TW" altLang="en-US" dirty="0"/>
              <a:t> 上課撰寫之程式</a:t>
            </a:r>
            <a:r>
              <a:rPr lang="en-US" altLang="zh-TW" dirty="0"/>
              <a:t>)</a:t>
            </a:r>
          </a:p>
          <a:p>
            <a:pPr lvl="2">
              <a:lnSpc>
                <a:spcPts val="3360"/>
              </a:lnSpc>
            </a:pPr>
            <a:r>
              <a:rPr lang="zh-TW" altLang="en-US" dirty="0"/>
              <a:t>參考資料：</a:t>
            </a:r>
            <a:r>
              <a:rPr lang="en-US" altLang="zh-TW" dirty="0">
                <a:hlinkClick r:id="rId2"/>
              </a:rPr>
              <a:t>https://www.cs.ucr.edu/~eamonn/shaplet.pdf</a:t>
            </a:r>
            <a:endParaRPr lang="en-US" altLang="zh-TW" dirty="0"/>
          </a:p>
          <a:p>
            <a:pPr lvl="2">
              <a:lnSpc>
                <a:spcPts val="3360"/>
              </a:lnSpc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2923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數字, 字型 的圖片&#10;&#10;AI 產生的內容可能不正確。">
            <a:extLst>
              <a:ext uri="{FF2B5EF4-FFF2-40B4-BE49-F238E27FC236}">
                <a16:creationId xmlns:a16="http://schemas.microsoft.com/office/drawing/2014/main" id="{8F887B59-F429-63C4-2217-610272FF2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20548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0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6CB25A12-AD9D-91F3-D60A-B623CF5A9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414" y="-2361"/>
            <a:ext cx="9107171" cy="628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43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77</Words>
  <Application>Microsoft Office PowerPoint</Application>
  <PresentationFormat>寬螢幕</PresentationFormat>
  <Paragraphs>7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Homework 6</vt:lpstr>
      <vt:lpstr>Homework 6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吳政瑋 Cheng-Wei Wu</dc:creator>
  <cp:lastModifiedBy>吳政瑋 Cheng-Wei Wu</cp:lastModifiedBy>
  <cp:revision>3</cp:revision>
  <dcterms:created xsi:type="dcterms:W3CDTF">2024-12-06T08:44:16Z</dcterms:created>
  <dcterms:modified xsi:type="dcterms:W3CDTF">2025-12-20T12:38:18Z</dcterms:modified>
</cp:coreProperties>
</file>